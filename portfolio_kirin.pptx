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maxsait228.tilda.ws/page109052336.html" TargetMode="External"/><Relationship Id="rId2" Type="http://schemas.openxmlformats.org/officeDocument/2006/relationships/hyperlink" Target="https://www.figma.com/design/FuT99UgtRww0WCTarKPWkg/Untitled?node-id=0-1&amp;t=xuE3mB8t1gMXFrIm-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114800"/>
          </a:xfrm>
          <a:prstGeom prst="ellipse">
            <a:avLst/>
          </a:prstGeom>
          <a:solidFill>
            <a:srgbClr val="484848">
              <a:alpha val="60000"/>
            </a:srgbClr>
          </a:solidFill>
          <a:ln w="12700">
            <a:solidFill>
              <a:srgbClr val="48484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5544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Портфолио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Кирин Георгий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 я изучал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143000"/>
            <a:ext cx="2743200" cy="2743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365760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Дизайн интерфейсов и прототипирование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65760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983480" y="19842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Создание сайтов без кода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256032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Программирование на стороне клиента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3584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Разметка веб-страниц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560320" cy="137160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584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Стилизация и вёрстка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Мои проекты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143000"/>
            <a:ext cx="2743200" cy="27432"/>
          </a:xfrm>
          <a:prstGeom prst="rect">
            <a:avLst/>
          </a:prstGeom>
          <a:solidFill>
            <a:srgbClr val="A0A0A0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3657600" cy="219456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45920"/>
            <a:ext cx="1005840" cy="347472"/>
          </a:xfrm>
          <a:prstGeom prst="rect">
            <a:avLst/>
          </a:prstGeom>
          <a:solidFill>
            <a:srgbClr val="585858"/>
          </a:solidFill>
          <a:ln w="12700">
            <a:solidFill>
              <a:srgbClr val="6868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45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Сайт, созданный на платформе Tilda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проект:</a:t>
            </a:r>
            <a:endParaRPr lang="en-US" sz="1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8686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https://maxsait228.tilda.ws/page109052336....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463040"/>
            <a:ext cx="3657600" cy="2194560"/>
          </a:xfrm>
          <a:prstGeom prst="rect">
            <a:avLst/>
          </a:prstGeom>
          <a:solidFill>
            <a:srgbClr val="404040"/>
          </a:solidFill>
          <a:ln w="12700">
            <a:solidFill>
              <a:srgbClr val="58585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645920"/>
            <a:ext cx="1005840" cy="347472"/>
          </a:xfrm>
          <a:prstGeom prst="rect">
            <a:avLst/>
          </a:prstGeom>
          <a:solidFill>
            <a:srgbClr val="585858"/>
          </a:solidFill>
          <a:ln w="12700">
            <a:solidFill>
              <a:srgbClr val="6868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645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0C0C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Дизайн-макет, созданный в Figma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проект:</a:t>
            </a:r>
            <a:endParaRPr lang="en-US" sz="1100" dirty="0"/>
          </a:p>
        </p:txBody>
      </p:sp>
      <p:sp>
        <p:nvSpPr>
          <p:cNvPr id="15" name="Text 13">
            <a:hlinkClick r:id="rId2" tooltip=""/>
          </p:cNvPr>
          <p:cNvSpPr/>
          <p:nvPr/>
        </p:nvSpPr>
        <p:spPr>
          <a:xfrm>
            <a:off x="49834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u="sng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https://www.figma.com/design/FuT99UgtRww0W...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68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Нажмите на ссылку для перехода к проекту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Портфолио — Кирин Георгий</dc:title>
  <dc:subject>PptxGenJS Presentation</dc:subject>
  <dc:creator>PptxGenJS</dc:creator>
  <cp:lastModifiedBy>PptxGenJS</cp:lastModifiedBy>
  <cp:revision>1</cp:revision>
  <dcterms:created xsi:type="dcterms:W3CDTF">2026-06-05T14:37:02Z</dcterms:created>
  <dcterms:modified xsi:type="dcterms:W3CDTF">2026-06-05T14:37:02Z</dcterms:modified>
</cp:coreProperties>
</file>